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70" r:id="rId9"/>
    <p:sldId id="263" r:id="rId10"/>
    <p:sldId id="271" r:id="rId11"/>
    <p:sldId id="272" r:id="rId12"/>
    <p:sldId id="264" r:id="rId13"/>
    <p:sldId id="273" r:id="rId14"/>
    <p:sldId id="274" r:id="rId15"/>
    <p:sldId id="265" r:id="rId16"/>
    <p:sldId id="266" r:id="rId17"/>
    <p:sldId id="275" r:id="rId18"/>
    <p:sldId id="268" r:id="rId19"/>
    <p:sldId id="269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524AD-E10D-4516-BC7E-FE51E6F40027}" v="63" dt="2026-04-23T08:26:57.0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raj Pawar" userId="d29d3f720c18e816" providerId="LiveId" clId="{26ED9A65-E86C-4093-BBFF-A7DE2886EFFD}"/>
    <pc:docChg chg="undo custSel addSld delSld modSld sldOrd">
      <pc:chgData name="Raviraj Pawar" userId="d29d3f720c18e816" providerId="LiveId" clId="{26ED9A65-E86C-4093-BBFF-A7DE2886EFFD}" dt="2026-04-23T08:27:21.215" v="1876" actId="113"/>
      <pc:docMkLst>
        <pc:docMk/>
      </pc:docMkLst>
      <pc:sldChg chg="addSp delSp modSp mod">
        <pc:chgData name="Raviraj Pawar" userId="d29d3f720c18e816" providerId="LiveId" clId="{26ED9A65-E86C-4093-BBFF-A7DE2886EFFD}" dt="2026-04-23T03:18:44.776" v="1380" actId="20577"/>
        <pc:sldMkLst>
          <pc:docMk/>
          <pc:sldMk cId="0" sldId="256"/>
        </pc:sldMkLst>
        <pc:spChg chg="del mod">
          <ac:chgData name="Raviraj Pawar" userId="d29d3f720c18e816" providerId="LiveId" clId="{26ED9A65-E86C-4093-BBFF-A7DE2886EFFD}" dt="2026-04-23T03:17:15.912" v="1240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Raviraj Pawar" userId="d29d3f720c18e816" providerId="LiveId" clId="{26ED9A65-E86C-4093-BBFF-A7DE2886EFFD}" dt="2026-04-23T03:17:15.897" v="1238" actId="21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Raviraj Pawar" userId="d29d3f720c18e816" providerId="LiveId" clId="{26ED9A65-E86C-4093-BBFF-A7DE2886EFFD}" dt="2026-04-23T03:17:30.040" v="1274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18:44.776" v="1380" actId="20577"/>
          <ac:spMkLst>
            <pc:docMk/>
            <pc:sldMk cId="0" sldId="256"/>
            <ac:spMk id="12" creationId="{AD1CBD04-94BE-B094-FB09-5A6636830942}"/>
          </ac:spMkLst>
        </pc:spChg>
        <pc:picChg chg="del mod">
          <ac:chgData name="Raviraj Pawar" userId="d29d3f720c18e816" providerId="LiveId" clId="{26ED9A65-E86C-4093-BBFF-A7DE2886EFFD}" dt="2026-04-23T03:17:30.021" v="1272" actId="21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">
        <pc:chgData name="Raviraj Pawar" userId="d29d3f720c18e816" providerId="LiveId" clId="{26ED9A65-E86C-4093-BBFF-A7DE2886EFFD}" dt="2026-04-22T18:54:29.259" v="59" actId="21"/>
        <pc:sldMkLst>
          <pc:docMk/>
          <pc:sldMk cId="0" sldId="258"/>
        </pc:sldMkLst>
        <pc:spChg chg="mod">
          <ac:chgData name="Raviraj Pawar" userId="d29d3f720c18e816" providerId="LiveId" clId="{26ED9A65-E86C-4093-BBFF-A7DE2886EFFD}" dt="2026-04-22T18:53:33.693" v="10" actId="12"/>
          <ac:spMkLst>
            <pc:docMk/>
            <pc:sldMk cId="0" sldId="258"/>
            <ac:spMk id="8" creationId="{00000000-0000-0000-0000-000000000000}"/>
          </ac:spMkLst>
        </pc:spChg>
        <pc:spChg chg="add del mod">
          <ac:chgData name="Raviraj Pawar" userId="d29d3f720c18e816" providerId="LiveId" clId="{26ED9A65-E86C-4093-BBFF-A7DE2886EFFD}" dt="2026-04-22T18:54:29.259" v="59" actId="21"/>
          <ac:spMkLst>
            <pc:docMk/>
            <pc:sldMk cId="0" sldId="258"/>
            <ac:spMk id="12" creationId="{6F496EEE-1A5C-1BE1-98CA-F92458982441}"/>
          </ac:spMkLst>
        </pc:spChg>
      </pc:sldChg>
      <pc:sldChg chg="del">
        <pc:chgData name="Raviraj Pawar" userId="d29d3f720c18e816" providerId="LiveId" clId="{26ED9A65-E86C-4093-BBFF-A7DE2886EFFD}" dt="2026-04-23T08:26:31.992" v="1848" actId="47"/>
        <pc:sldMkLst>
          <pc:docMk/>
          <pc:sldMk cId="0" sldId="259"/>
        </pc:sldMkLst>
      </pc:sldChg>
      <pc:sldChg chg="addSp delSp modSp mod">
        <pc:chgData name="Raviraj Pawar" userId="d29d3f720c18e816" providerId="LiveId" clId="{26ED9A65-E86C-4093-BBFF-A7DE2886EFFD}" dt="2026-04-23T08:25:50.474" v="1844" actId="207"/>
        <pc:sldMkLst>
          <pc:docMk/>
          <pc:sldMk cId="0" sldId="260"/>
        </pc:sldMkLst>
        <pc:spChg chg="mod">
          <ac:chgData name="Raviraj Pawar" userId="d29d3f720c18e816" providerId="LiveId" clId="{26ED9A65-E86C-4093-BBFF-A7DE2886EFFD}" dt="2026-04-22T19:00:10.099" v="449" actId="20577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8:25:50.474" v="1844" actId="207"/>
          <ac:spMkLst>
            <pc:docMk/>
            <pc:sldMk cId="0" sldId="260"/>
            <ac:spMk id="9" creationId="{B1F04236-0802-70F3-C638-8B9E821B8EE2}"/>
          </ac:spMkLst>
        </pc:spChg>
        <pc:spChg chg="add del mod">
          <ac:chgData name="Raviraj Pawar" userId="d29d3f720c18e816" providerId="LiveId" clId="{26ED9A65-E86C-4093-BBFF-A7DE2886EFFD}" dt="2026-04-22T18:57:21.982" v="107" actId="21"/>
          <ac:spMkLst>
            <pc:docMk/>
            <pc:sldMk cId="0" sldId="260"/>
            <ac:spMk id="9" creationId="{B9DAD3BD-2AD4-9DDB-A60D-BECA744049FC}"/>
          </ac:spMkLst>
        </pc:spChg>
        <pc:spChg chg="add del mod">
          <ac:chgData name="Raviraj Pawar" userId="d29d3f720c18e816" providerId="LiveId" clId="{26ED9A65-E86C-4093-BBFF-A7DE2886EFFD}" dt="2026-04-22T18:58:28.602" v="260" actId="21"/>
          <ac:spMkLst>
            <pc:docMk/>
            <pc:sldMk cId="0" sldId="260"/>
            <ac:spMk id="14" creationId="{7378C913-2704-9885-D1DE-30944CAAEA09}"/>
          </ac:spMkLst>
        </pc:spChg>
        <pc:spChg chg="add del mod">
          <ac:chgData name="Raviraj Pawar" userId="d29d3f720c18e816" providerId="LiveId" clId="{26ED9A65-E86C-4093-BBFF-A7DE2886EFFD}" dt="2026-04-22T18:59:05.436" v="367" actId="21"/>
          <ac:spMkLst>
            <pc:docMk/>
            <pc:sldMk cId="0" sldId="260"/>
            <ac:spMk id="15" creationId="{843E8CAC-8CF5-9C63-A229-E88C36D48F39}"/>
          </ac:spMkLst>
        </pc:spChg>
        <pc:picChg chg="del">
          <ac:chgData name="Raviraj Pawar" userId="d29d3f720c18e816" providerId="LiveId" clId="{26ED9A65-E86C-4093-BBFF-A7DE2886EFFD}" dt="2026-04-23T03:29:03.702" v="1638" actId="21"/>
          <ac:picMkLst>
            <pc:docMk/>
            <pc:sldMk cId="0" sldId="260"/>
            <ac:picMk id="13" creationId="{2C0BB9FF-D107-A257-8D94-1972E5995C80}"/>
          </ac:picMkLst>
        </pc:picChg>
      </pc:sldChg>
      <pc:sldChg chg="addSp delSp modSp mod">
        <pc:chgData name="Raviraj Pawar" userId="d29d3f720c18e816" providerId="LiveId" clId="{26ED9A65-E86C-4093-BBFF-A7DE2886EFFD}" dt="2026-04-23T03:30:14.645" v="1642" actId="207"/>
        <pc:sldMkLst>
          <pc:docMk/>
          <pc:sldMk cId="0" sldId="261"/>
        </pc:sldMkLst>
        <pc:spChg chg="mod">
          <ac:chgData name="Raviraj Pawar" userId="d29d3f720c18e816" providerId="LiveId" clId="{26ED9A65-E86C-4093-BBFF-A7DE2886EFFD}" dt="2026-04-22T19:01:51.329" v="471" actId="2711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30:14.645" v="1642" actId="207"/>
          <ac:spMkLst>
            <pc:docMk/>
            <pc:sldMk cId="0" sldId="261"/>
            <ac:spMk id="9" creationId="{6BE6E808-6D0E-9072-0288-C91B81EE853B}"/>
          </ac:spMkLst>
        </pc:spChg>
        <pc:picChg chg="del">
          <ac:chgData name="Raviraj Pawar" userId="d29d3f720c18e816" providerId="LiveId" clId="{26ED9A65-E86C-4093-BBFF-A7DE2886EFFD}" dt="2026-04-23T03:29:55.592" v="1640" actId="21"/>
          <ac:picMkLst>
            <pc:docMk/>
            <pc:sldMk cId="0" sldId="261"/>
            <ac:picMk id="13" creationId="{866967B7-B328-9F91-842E-7FE1A799EF7C}"/>
          </ac:picMkLst>
        </pc:picChg>
      </pc:sldChg>
      <pc:sldChg chg="addSp delSp modSp mod">
        <pc:chgData name="Raviraj Pawar" userId="d29d3f720c18e816" providerId="LiveId" clId="{26ED9A65-E86C-4093-BBFF-A7DE2886EFFD}" dt="2026-04-23T08:26:12.058" v="1845" actId="207"/>
        <pc:sldMkLst>
          <pc:docMk/>
          <pc:sldMk cId="0" sldId="262"/>
        </pc:sldMkLst>
        <pc:spChg chg="mod">
          <ac:chgData name="Raviraj Pawar" userId="d29d3f720c18e816" providerId="LiveId" clId="{26ED9A65-E86C-4093-BBFF-A7DE2886EFFD}" dt="2026-04-22T19:06:05.748" v="726" actId="2711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8:26:12.058" v="1845" actId="207"/>
          <ac:spMkLst>
            <pc:docMk/>
            <pc:sldMk cId="0" sldId="262"/>
            <ac:spMk id="9" creationId="{1DD5EB76-71ED-18F8-DE53-C7D396E4A763}"/>
          </ac:spMkLst>
        </pc:spChg>
        <pc:picChg chg="del">
          <ac:chgData name="Raviraj Pawar" userId="d29d3f720c18e816" providerId="LiveId" clId="{26ED9A65-E86C-4093-BBFF-A7DE2886EFFD}" dt="2026-04-23T03:32:11.094" v="1643" actId="21"/>
          <ac:picMkLst>
            <pc:docMk/>
            <pc:sldMk cId="0" sldId="262"/>
            <ac:picMk id="14" creationId="{478DB94C-2DD8-1059-41BD-6B3B98918C79}"/>
          </ac:picMkLst>
        </pc:picChg>
      </pc:sldChg>
      <pc:sldChg chg="addSp delSp modSp add del mod">
        <pc:chgData name="Raviraj Pawar" userId="d29d3f720c18e816" providerId="LiveId" clId="{26ED9A65-E86C-4093-BBFF-A7DE2886EFFD}" dt="2026-04-23T03:36:12.276" v="1662" actId="207"/>
        <pc:sldMkLst>
          <pc:docMk/>
          <pc:sldMk cId="0" sldId="263"/>
        </pc:sldMkLst>
        <pc:spChg chg="mod">
          <ac:chgData name="Raviraj Pawar" userId="d29d3f720c18e816" providerId="LiveId" clId="{26ED9A65-E86C-4093-BBFF-A7DE2886EFFD}" dt="2026-04-22T19:08:26.846" v="887" actId="2711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36:12.276" v="1662" actId="207"/>
          <ac:spMkLst>
            <pc:docMk/>
            <pc:sldMk cId="0" sldId="263"/>
            <ac:spMk id="9" creationId="{200106A4-F4CF-1367-A268-EBF7EC4DDB52}"/>
          </ac:spMkLst>
        </pc:spChg>
        <pc:picChg chg="del">
          <ac:chgData name="Raviraj Pawar" userId="d29d3f720c18e816" providerId="LiveId" clId="{26ED9A65-E86C-4093-BBFF-A7DE2886EFFD}" dt="2026-04-23T03:35:50.034" v="1660" actId="21"/>
          <ac:picMkLst>
            <pc:docMk/>
            <pc:sldMk cId="0" sldId="263"/>
            <ac:picMk id="14" creationId="{4CF01764-AA26-E491-318C-71595063F59C}"/>
          </ac:picMkLst>
        </pc:picChg>
      </pc:sldChg>
      <pc:sldChg chg="addSp delSp modSp mod">
        <pc:chgData name="Raviraj Pawar" userId="d29d3f720c18e816" providerId="LiveId" clId="{26ED9A65-E86C-4093-BBFF-A7DE2886EFFD}" dt="2026-04-23T03:38:47.956" v="1678" actId="207"/>
        <pc:sldMkLst>
          <pc:docMk/>
          <pc:sldMk cId="0" sldId="264"/>
        </pc:sldMkLst>
        <pc:spChg chg="mod">
          <ac:chgData name="Raviraj Pawar" userId="d29d3f720c18e816" providerId="LiveId" clId="{26ED9A65-E86C-4093-BBFF-A7DE2886EFFD}" dt="2026-04-22T19:11:02.379" v="1057" actId="2711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38:47.956" v="1678" actId="207"/>
          <ac:spMkLst>
            <pc:docMk/>
            <pc:sldMk cId="0" sldId="264"/>
            <ac:spMk id="9" creationId="{72A7045F-0144-153F-B3C2-2207EC9A1C13}"/>
          </ac:spMkLst>
        </pc:spChg>
        <pc:picChg chg="del">
          <ac:chgData name="Raviraj Pawar" userId="d29d3f720c18e816" providerId="LiveId" clId="{26ED9A65-E86C-4093-BBFF-A7DE2886EFFD}" dt="2026-04-23T03:38:13.511" v="1676" actId="21"/>
          <ac:picMkLst>
            <pc:docMk/>
            <pc:sldMk cId="0" sldId="264"/>
            <ac:picMk id="14" creationId="{FB53D319-7E44-4FD4-E44C-3C8D454287B6}"/>
          </ac:picMkLst>
        </pc:picChg>
      </pc:sldChg>
      <pc:sldChg chg="addSp delSp modSp mod">
        <pc:chgData name="Raviraj Pawar" userId="d29d3f720c18e816" providerId="LiveId" clId="{26ED9A65-E86C-4093-BBFF-A7DE2886EFFD}" dt="2026-04-23T03:41:55.436" v="1696" actId="207"/>
        <pc:sldMkLst>
          <pc:docMk/>
          <pc:sldMk cId="0" sldId="265"/>
        </pc:sldMkLst>
        <pc:spChg chg="mod">
          <ac:chgData name="Raviraj Pawar" userId="d29d3f720c18e816" providerId="LiveId" clId="{26ED9A65-E86C-4093-BBFF-A7DE2886EFFD}" dt="2026-04-22T19:13:56.103" v="1173" actId="2711"/>
          <ac:spMkLst>
            <pc:docMk/>
            <pc:sldMk cId="0" sldId="265"/>
            <ac:spMk id="8" creationId="{00000000-0000-0000-0000-000000000000}"/>
          </ac:spMkLst>
        </pc:spChg>
        <pc:spChg chg="add del mod">
          <ac:chgData name="Raviraj Pawar" userId="d29d3f720c18e816" providerId="LiveId" clId="{26ED9A65-E86C-4093-BBFF-A7DE2886EFFD}" dt="2026-04-23T03:41:36.825" v="1694" actId="21"/>
          <ac:spMkLst>
            <pc:docMk/>
            <pc:sldMk cId="0" sldId="265"/>
            <ac:spMk id="9" creationId="{B9749EE4-C847-E5D1-B75A-1312EC8C7C07}"/>
          </ac:spMkLst>
        </pc:spChg>
        <pc:spChg chg="add del mod">
          <ac:chgData name="Raviraj Pawar" userId="d29d3f720c18e816" providerId="LiveId" clId="{26ED9A65-E86C-4093-BBFF-A7DE2886EFFD}" dt="2026-04-22T19:13:05.259" v="1084" actId="21"/>
          <ac:spMkLst>
            <pc:docMk/>
            <pc:sldMk cId="0" sldId="265"/>
            <ac:spMk id="9" creationId="{DF89850F-BF13-7970-9E4B-1CB628926A6D}"/>
          </ac:spMkLst>
        </pc:spChg>
        <pc:spChg chg="add mod">
          <ac:chgData name="Raviraj Pawar" userId="d29d3f720c18e816" providerId="LiveId" clId="{26ED9A65-E86C-4093-BBFF-A7DE2886EFFD}" dt="2026-04-23T03:41:55.436" v="1696" actId="207"/>
          <ac:spMkLst>
            <pc:docMk/>
            <pc:sldMk cId="0" sldId="265"/>
            <ac:spMk id="13" creationId="{19F2457D-8B06-D3E1-787A-1B7C7B408C51}"/>
          </ac:spMkLst>
        </pc:spChg>
      </pc:sldChg>
      <pc:sldChg chg="addSp modSp mod">
        <pc:chgData name="Raviraj Pawar" userId="d29d3f720c18e816" providerId="LiveId" clId="{26ED9A65-E86C-4093-BBFF-A7DE2886EFFD}" dt="2026-04-23T03:42:15.889" v="1698" actId="207"/>
        <pc:sldMkLst>
          <pc:docMk/>
          <pc:sldMk cId="0" sldId="266"/>
        </pc:sldMkLst>
        <pc:spChg chg="mod">
          <ac:chgData name="Raviraj Pawar" userId="d29d3f720c18e816" providerId="LiveId" clId="{26ED9A65-E86C-4093-BBFF-A7DE2886EFFD}" dt="2026-04-22T19:15:41.394" v="1197" actId="2711"/>
          <ac:spMkLst>
            <pc:docMk/>
            <pc:sldMk cId="0" sldId="266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42:15.889" v="1698" actId="207"/>
          <ac:spMkLst>
            <pc:docMk/>
            <pc:sldMk cId="0" sldId="266"/>
            <ac:spMk id="9" creationId="{BCD8FBF2-2A8B-CBD7-2713-E4F510ECCB91}"/>
          </ac:spMkLst>
        </pc:spChg>
      </pc:sldChg>
      <pc:sldChg chg="addSp delSp modSp mod ord">
        <pc:chgData name="Raviraj Pawar" userId="d29d3f720c18e816" providerId="LiveId" clId="{26ED9A65-E86C-4093-BBFF-A7DE2886EFFD}" dt="2026-04-23T08:26:29.836" v="1847"/>
        <pc:sldMkLst>
          <pc:docMk/>
          <pc:sldMk cId="0" sldId="267"/>
        </pc:sldMkLst>
        <pc:spChg chg="mod">
          <ac:chgData name="Raviraj Pawar" userId="d29d3f720c18e816" providerId="LiveId" clId="{26ED9A65-E86C-4093-BBFF-A7DE2886EFFD}" dt="2026-04-23T03:26:20.980" v="1616" actId="113"/>
          <ac:spMkLst>
            <pc:docMk/>
            <pc:sldMk cId="0" sldId="267"/>
            <ac:spMk id="8" creationId="{00000000-0000-0000-0000-000000000000}"/>
          </ac:spMkLst>
        </pc:spChg>
        <pc:spChg chg="add del mod">
          <ac:chgData name="Raviraj Pawar" userId="d29d3f720c18e816" providerId="LiveId" clId="{26ED9A65-E86C-4093-BBFF-A7DE2886EFFD}" dt="2026-04-23T03:21:41.607" v="1579" actId="21"/>
          <ac:spMkLst>
            <pc:docMk/>
            <pc:sldMk cId="0" sldId="267"/>
            <ac:spMk id="12" creationId="{8E773658-0B0C-A890-E6D0-A50AC5036D7D}"/>
          </ac:spMkLst>
        </pc:spChg>
      </pc:sldChg>
      <pc:sldChg chg="modSp mod">
        <pc:chgData name="Raviraj Pawar" userId="d29d3f720c18e816" providerId="LiveId" clId="{26ED9A65-E86C-4093-BBFF-A7DE2886EFFD}" dt="2026-04-23T03:28:34.294" v="1637" actId="12"/>
        <pc:sldMkLst>
          <pc:docMk/>
          <pc:sldMk cId="0" sldId="268"/>
        </pc:sldMkLst>
        <pc:spChg chg="mod">
          <ac:chgData name="Raviraj Pawar" userId="d29d3f720c18e816" providerId="LiveId" clId="{26ED9A65-E86C-4093-BBFF-A7DE2886EFFD}" dt="2026-04-23T03:28:34.294" v="1637" actId="12"/>
          <ac:spMkLst>
            <pc:docMk/>
            <pc:sldMk cId="0" sldId="268"/>
            <ac:spMk id="8" creationId="{00000000-0000-0000-0000-000000000000}"/>
          </ac:spMkLst>
        </pc:spChg>
      </pc:sldChg>
      <pc:sldChg chg="addSp delSp modSp new mod ord">
        <pc:chgData name="Raviraj Pawar" userId="d29d3f720c18e816" providerId="LiveId" clId="{26ED9A65-E86C-4093-BBFF-A7DE2886EFFD}" dt="2026-04-23T03:44:24.389" v="1726"/>
        <pc:sldMkLst>
          <pc:docMk/>
          <pc:sldMk cId="3340076440" sldId="270"/>
        </pc:sldMkLst>
        <pc:spChg chg="add del mod">
          <ac:chgData name="Raviraj Pawar" userId="d29d3f720c18e816" providerId="LiveId" clId="{26ED9A65-E86C-4093-BBFF-A7DE2886EFFD}" dt="2026-04-23T03:33:24.465" v="1648" actId="21"/>
          <ac:spMkLst>
            <pc:docMk/>
            <pc:sldMk cId="3340076440" sldId="270"/>
            <ac:spMk id="2" creationId="{F2B9BA67-0182-C4A6-5127-6FC13964F52D}"/>
          </ac:spMkLst>
        </pc:spChg>
        <pc:spChg chg="add mod">
          <ac:chgData name="Raviraj Pawar" userId="d29d3f720c18e816" providerId="LiveId" clId="{26ED9A65-E86C-4093-BBFF-A7DE2886EFFD}" dt="2026-04-23T03:34:25.606" v="1655" actId="14100"/>
          <ac:spMkLst>
            <pc:docMk/>
            <pc:sldMk cId="3340076440" sldId="270"/>
            <ac:spMk id="3" creationId="{BF12AD42-70F2-E8BB-8B01-3FCCF6832BAF}"/>
          </ac:spMkLst>
        </pc:spChg>
        <pc:spChg chg="add del mod">
          <ac:chgData name="Raviraj Pawar" userId="d29d3f720c18e816" providerId="LiveId" clId="{26ED9A65-E86C-4093-BBFF-A7DE2886EFFD}" dt="2026-04-23T03:34:15.285" v="1653" actId="21"/>
          <ac:spMkLst>
            <pc:docMk/>
            <pc:sldMk cId="3340076440" sldId="270"/>
            <ac:spMk id="4" creationId="{D7F423A3-5CFD-4BEF-3A5B-D328C47F4210}"/>
          </ac:spMkLst>
        </pc:spChg>
        <pc:spChg chg="add mod">
          <ac:chgData name="Raviraj Pawar" userId="d29d3f720c18e816" providerId="LiveId" clId="{26ED9A65-E86C-4093-BBFF-A7DE2886EFFD}" dt="2026-04-23T03:34:51.865" v="1657" actId="207"/>
          <ac:spMkLst>
            <pc:docMk/>
            <pc:sldMk cId="3340076440" sldId="270"/>
            <ac:spMk id="5" creationId="{340D5FB7-DBE9-41DE-F74B-CEDAD1B1B17A}"/>
          </ac:spMkLst>
        </pc:spChg>
        <pc:spChg chg="add mod">
          <ac:chgData name="Raviraj Pawar" userId="d29d3f720c18e816" providerId="LiveId" clId="{26ED9A65-E86C-4093-BBFF-A7DE2886EFFD}" dt="2026-04-23T03:44:24.389" v="1726"/>
          <ac:spMkLst>
            <pc:docMk/>
            <pc:sldMk cId="3340076440" sldId="270"/>
            <ac:spMk id="6" creationId="{99C0B97F-A2F9-B03F-B65B-18E1DBDC3D32}"/>
          </ac:spMkLst>
        </pc:spChg>
        <pc:picChg chg="add mod">
          <ac:chgData name="Raviraj Pawar" userId="d29d3f720c18e816" providerId="LiveId" clId="{26ED9A65-E86C-4093-BBFF-A7DE2886EFFD}" dt="2026-04-23T03:43:42.431" v="1722"/>
          <ac:picMkLst>
            <pc:docMk/>
            <pc:sldMk cId="3340076440" sldId="270"/>
            <ac:picMk id="7" creationId="{0BFCF6C0-2004-66EB-BEA7-DFB24F530D07}"/>
          </ac:picMkLst>
        </pc:picChg>
      </pc:sldChg>
      <pc:sldChg chg="addSp modSp new mod">
        <pc:chgData name="Raviraj Pawar" userId="d29d3f720c18e816" providerId="LiveId" clId="{26ED9A65-E86C-4093-BBFF-A7DE2886EFFD}" dt="2026-04-23T03:45:07.877" v="1754" actId="1076"/>
        <pc:sldMkLst>
          <pc:docMk/>
          <pc:sldMk cId="471883544" sldId="271"/>
        </pc:sldMkLst>
        <pc:spChg chg="add mod">
          <ac:chgData name="Raviraj Pawar" userId="d29d3f720c18e816" providerId="LiveId" clId="{26ED9A65-E86C-4093-BBFF-A7DE2886EFFD}" dt="2026-04-23T03:37:15.602" v="1669" actId="14100"/>
          <ac:spMkLst>
            <pc:docMk/>
            <pc:sldMk cId="471883544" sldId="271"/>
            <ac:spMk id="2" creationId="{6E5FCE8C-5720-DD31-2C3E-2F86D877F749}"/>
          </ac:spMkLst>
        </pc:spChg>
        <pc:spChg chg="add mod">
          <ac:chgData name="Raviraj Pawar" userId="d29d3f720c18e816" providerId="LiveId" clId="{26ED9A65-E86C-4093-BBFF-A7DE2886EFFD}" dt="2026-04-23T03:37:12.289" v="1668" actId="14100"/>
          <ac:spMkLst>
            <pc:docMk/>
            <pc:sldMk cId="471883544" sldId="271"/>
            <ac:spMk id="3" creationId="{7EF7CFF5-1510-8681-0198-4F475C945532}"/>
          </ac:spMkLst>
        </pc:spChg>
        <pc:spChg chg="add mod">
          <ac:chgData name="Raviraj Pawar" userId="d29d3f720c18e816" providerId="LiveId" clId="{26ED9A65-E86C-4093-BBFF-A7DE2886EFFD}" dt="2026-04-23T03:45:07.877" v="1754" actId="1076"/>
          <ac:spMkLst>
            <pc:docMk/>
            <pc:sldMk cId="471883544" sldId="271"/>
            <ac:spMk id="5" creationId="{DE59F533-BB71-906E-9470-1023E6FA1C71}"/>
          </ac:spMkLst>
        </pc:spChg>
        <pc:picChg chg="add mod">
          <ac:chgData name="Raviraj Pawar" userId="d29d3f720c18e816" providerId="LiveId" clId="{26ED9A65-E86C-4093-BBFF-A7DE2886EFFD}" dt="2026-04-23T03:44:33.191" v="1727"/>
          <ac:picMkLst>
            <pc:docMk/>
            <pc:sldMk cId="471883544" sldId="271"/>
            <ac:picMk id="4" creationId="{3E501979-1764-7890-197F-4F95A95D35DD}"/>
          </ac:picMkLst>
        </pc:picChg>
      </pc:sldChg>
      <pc:sldChg chg="addSp modSp new mod">
        <pc:chgData name="Raviraj Pawar" userId="d29d3f720c18e816" providerId="LiveId" clId="{26ED9A65-E86C-4093-BBFF-A7DE2886EFFD}" dt="2026-04-23T03:45:48.022" v="1782" actId="1076"/>
        <pc:sldMkLst>
          <pc:docMk/>
          <pc:sldMk cId="949139661" sldId="272"/>
        </pc:sldMkLst>
        <pc:spChg chg="add mod">
          <ac:chgData name="Raviraj Pawar" userId="d29d3f720c18e816" providerId="LiveId" clId="{26ED9A65-E86C-4093-BBFF-A7DE2886EFFD}" dt="2026-04-23T03:37:39.084" v="1672" actId="207"/>
          <ac:spMkLst>
            <pc:docMk/>
            <pc:sldMk cId="949139661" sldId="272"/>
            <ac:spMk id="2" creationId="{DCF2DFAB-D580-8619-708F-DD1098DFB47E}"/>
          </ac:spMkLst>
        </pc:spChg>
        <pc:spChg chg="add mod">
          <ac:chgData name="Raviraj Pawar" userId="d29d3f720c18e816" providerId="LiveId" clId="{26ED9A65-E86C-4093-BBFF-A7DE2886EFFD}" dt="2026-04-23T03:38:08.434" v="1675" actId="14100"/>
          <ac:spMkLst>
            <pc:docMk/>
            <pc:sldMk cId="949139661" sldId="272"/>
            <ac:spMk id="3" creationId="{0845786B-3A4F-4BC1-3E61-09E7C7A4E189}"/>
          </ac:spMkLst>
        </pc:spChg>
        <pc:spChg chg="add mod">
          <ac:chgData name="Raviraj Pawar" userId="d29d3f720c18e816" providerId="LiveId" clId="{26ED9A65-E86C-4093-BBFF-A7DE2886EFFD}" dt="2026-04-23T03:45:48.022" v="1782" actId="1076"/>
          <ac:spMkLst>
            <pc:docMk/>
            <pc:sldMk cId="949139661" sldId="272"/>
            <ac:spMk id="5" creationId="{7495A448-A2B9-FFED-5193-2EA26A180FEE}"/>
          </ac:spMkLst>
        </pc:spChg>
        <pc:picChg chg="add mod">
          <ac:chgData name="Raviraj Pawar" userId="d29d3f720c18e816" providerId="LiveId" clId="{26ED9A65-E86C-4093-BBFF-A7DE2886EFFD}" dt="2026-04-23T03:45:12.785" v="1755"/>
          <ac:picMkLst>
            <pc:docMk/>
            <pc:sldMk cId="949139661" sldId="272"/>
            <ac:picMk id="4" creationId="{1DC6625D-FB4B-A28F-0A8B-B7A3DB7C6DDB}"/>
          </ac:picMkLst>
        </pc:picChg>
      </pc:sldChg>
      <pc:sldChg chg="addSp modSp new mod">
        <pc:chgData name="Raviraj Pawar" userId="d29d3f720c18e816" providerId="LiveId" clId="{26ED9A65-E86C-4093-BBFF-A7DE2886EFFD}" dt="2026-04-23T03:46:22.006" v="1806" actId="1076"/>
        <pc:sldMkLst>
          <pc:docMk/>
          <pc:sldMk cId="3492194901" sldId="273"/>
        </pc:sldMkLst>
        <pc:spChg chg="add mod">
          <ac:chgData name="Raviraj Pawar" userId="d29d3f720c18e816" providerId="LiveId" clId="{26ED9A65-E86C-4093-BBFF-A7DE2886EFFD}" dt="2026-04-23T03:39:18.066" v="1681" actId="207"/>
          <ac:spMkLst>
            <pc:docMk/>
            <pc:sldMk cId="3492194901" sldId="273"/>
            <ac:spMk id="2" creationId="{61DD66F5-FBF7-15BA-6CDC-0174C59E2A3E}"/>
          </ac:spMkLst>
        </pc:spChg>
        <pc:spChg chg="add mod">
          <ac:chgData name="Raviraj Pawar" userId="d29d3f720c18e816" providerId="LiveId" clId="{26ED9A65-E86C-4093-BBFF-A7DE2886EFFD}" dt="2026-04-23T03:39:42.111" v="1683" actId="207"/>
          <ac:spMkLst>
            <pc:docMk/>
            <pc:sldMk cId="3492194901" sldId="273"/>
            <ac:spMk id="3" creationId="{1DCA8A84-2100-5917-B071-F79FB53EEB8E}"/>
          </ac:spMkLst>
        </pc:spChg>
        <pc:spChg chg="add mod">
          <ac:chgData name="Raviraj Pawar" userId="d29d3f720c18e816" providerId="LiveId" clId="{26ED9A65-E86C-4093-BBFF-A7DE2886EFFD}" dt="2026-04-23T03:46:22.006" v="1806" actId="1076"/>
          <ac:spMkLst>
            <pc:docMk/>
            <pc:sldMk cId="3492194901" sldId="273"/>
            <ac:spMk id="5" creationId="{BDDAB08A-8832-390A-8F10-B187B1F26863}"/>
          </ac:spMkLst>
        </pc:spChg>
        <pc:picChg chg="add mod">
          <ac:chgData name="Raviraj Pawar" userId="d29d3f720c18e816" providerId="LiveId" clId="{26ED9A65-E86C-4093-BBFF-A7DE2886EFFD}" dt="2026-04-23T03:45:55.276" v="1783"/>
          <ac:picMkLst>
            <pc:docMk/>
            <pc:sldMk cId="3492194901" sldId="273"/>
            <ac:picMk id="4" creationId="{BDA0CC96-17D7-8290-401E-1E88F34C5DB1}"/>
          </ac:picMkLst>
        </pc:picChg>
      </pc:sldChg>
      <pc:sldChg chg="addSp modSp new mod">
        <pc:chgData name="Raviraj Pawar" userId="d29d3f720c18e816" providerId="LiveId" clId="{26ED9A65-E86C-4093-BBFF-A7DE2886EFFD}" dt="2026-04-23T03:47:03.633" v="1843" actId="1076"/>
        <pc:sldMkLst>
          <pc:docMk/>
          <pc:sldMk cId="1833035061" sldId="274"/>
        </pc:sldMkLst>
        <pc:spChg chg="add mod">
          <ac:chgData name="Raviraj Pawar" userId="d29d3f720c18e816" providerId="LiveId" clId="{26ED9A65-E86C-4093-BBFF-A7DE2886EFFD}" dt="2026-04-23T03:40:15.278" v="1686" actId="207"/>
          <ac:spMkLst>
            <pc:docMk/>
            <pc:sldMk cId="1833035061" sldId="274"/>
            <ac:spMk id="2" creationId="{7A85D7E3-4424-22A8-3918-192FE43CD92C}"/>
          </ac:spMkLst>
        </pc:spChg>
        <pc:spChg chg="add mod">
          <ac:chgData name="Raviraj Pawar" userId="d29d3f720c18e816" providerId="LiveId" clId="{26ED9A65-E86C-4093-BBFF-A7DE2886EFFD}" dt="2026-04-23T03:40:54.335" v="1690" actId="207"/>
          <ac:spMkLst>
            <pc:docMk/>
            <pc:sldMk cId="1833035061" sldId="274"/>
            <ac:spMk id="3" creationId="{C940EECA-4D6A-E099-7DE6-DF21A100F5C9}"/>
          </ac:spMkLst>
        </pc:spChg>
        <pc:spChg chg="add mod">
          <ac:chgData name="Raviraj Pawar" userId="d29d3f720c18e816" providerId="LiveId" clId="{26ED9A65-E86C-4093-BBFF-A7DE2886EFFD}" dt="2026-04-23T03:47:03.633" v="1843" actId="1076"/>
          <ac:spMkLst>
            <pc:docMk/>
            <pc:sldMk cId="1833035061" sldId="274"/>
            <ac:spMk id="5" creationId="{F12C46F6-D3A1-60EB-73CD-F2609F9D9911}"/>
          </ac:spMkLst>
        </pc:spChg>
        <pc:picChg chg="add mod">
          <ac:chgData name="Raviraj Pawar" userId="d29d3f720c18e816" providerId="LiveId" clId="{26ED9A65-E86C-4093-BBFF-A7DE2886EFFD}" dt="2026-04-23T03:46:26.157" v="1807"/>
          <ac:picMkLst>
            <pc:docMk/>
            <pc:sldMk cId="1833035061" sldId="274"/>
            <ac:picMk id="4" creationId="{9803EAAE-6D06-DD52-A407-922B4F656DC3}"/>
          </ac:picMkLst>
        </pc:picChg>
      </pc:sldChg>
      <pc:sldChg chg="addSp modSp new mod">
        <pc:chgData name="Raviraj Pawar" userId="d29d3f720c18e816" providerId="LiveId" clId="{26ED9A65-E86C-4093-BBFF-A7DE2886EFFD}" dt="2026-04-23T08:27:21.215" v="1876" actId="113"/>
        <pc:sldMkLst>
          <pc:docMk/>
          <pc:sldMk cId="1932300754" sldId="275"/>
        </pc:sldMkLst>
        <pc:spChg chg="add mod">
          <ac:chgData name="Raviraj Pawar" userId="d29d3f720c18e816" providerId="LiveId" clId="{26ED9A65-E86C-4093-BBFF-A7DE2886EFFD}" dt="2026-04-23T08:27:21.215" v="1876" actId="113"/>
          <ac:spMkLst>
            <pc:docMk/>
            <pc:sldMk cId="1932300754" sldId="275"/>
            <ac:spMk id="3" creationId="{966D8189-E04B-F40F-0100-9675F6A30A8A}"/>
          </ac:spMkLst>
        </pc:spChg>
        <pc:picChg chg="add mod">
          <ac:chgData name="Raviraj Pawar" userId="d29d3f720c18e816" providerId="LiveId" clId="{26ED9A65-E86C-4093-BBFF-A7DE2886EFFD}" dt="2026-04-23T08:26:45.999" v="1850"/>
          <ac:picMkLst>
            <pc:docMk/>
            <pc:sldMk cId="1932300754" sldId="275"/>
            <ac:picMk id="2" creationId="{F94F2C46-C34B-B3C7-D3FF-4BE6E43634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7175" y="266700"/>
            <a:ext cx="11677650" cy="6334125"/>
          </a:xfrm>
          <a:custGeom>
            <a:avLst/>
            <a:gdLst/>
            <a:ahLst/>
            <a:cxnLst/>
            <a:rect l="l" t="t" r="r" b="b"/>
            <a:pathLst>
              <a:path w="11677650" h="6334125">
                <a:moveTo>
                  <a:pt x="11677650" y="0"/>
                </a:moveTo>
                <a:lnTo>
                  <a:pt x="0" y="0"/>
                </a:lnTo>
                <a:lnTo>
                  <a:pt x="0" y="6334125"/>
                </a:lnTo>
                <a:lnTo>
                  <a:pt x="11677650" y="6334125"/>
                </a:lnTo>
                <a:lnTo>
                  <a:pt x="11677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4837" y="1204975"/>
            <a:ext cx="10983595" cy="0"/>
          </a:xfrm>
          <a:custGeom>
            <a:avLst/>
            <a:gdLst/>
            <a:ahLst/>
            <a:cxnLst/>
            <a:rect l="l" t="t" r="r" b="b"/>
            <a:pathLst>
              <a:path w="10983595">
                <a:moveTo>
                  <a:pt x="0" y="0"/>
                </a:moveTo>
                <a:lnTo>
                  <a:pt x="10983150" y="0"/>
                </a:lnTo>
              </a:path>
            </a:pathLst>
          </a:custGeom>
          <a:ln w="25400">
            <a:solidFill>
              <a:srgbClr val="D246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38137" cy="68580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276225" cy="6858000"/>
          </a:xfrm>
          <a:custGeom>
            <a:avLst/>
            <a:gdLst/>
            <a:ahLst/>
            <a:cxnLst/>
            <a:rect l="l" t="t" r="r" b="b"/>
            <a:pathLst>
              <a:path w="276225" h="6858000">
                <a:moveTo>
                  <a:pt x="276225" y="0"/>
                </a:moveTo>
                <a:lnTo>
                  <a:pt x="0" y="0"/>
                </a:lnTo>
                <a:lnTo>
                  <a:pt x="0" y="6858000"/>
                </a:lnTo>
                <a:lnTo>
                  <a:pt x="276225" y="6858000"/>
                </a:lnTo>
                <a:lnTo>
                  <a:pt x="276225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8850" y="2771648"/>
            <a:ext cx="7377176" cy="20050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7175" y="266700"/>
            <a:ext cx="11677650" cy="6334125"/>
          </a:xfrm>
          <a:custGeom>
            <a:avLst/>
            <a:gdLst/>
            <a:ahLst/>
            <a:cxnLst/>
            <a:rect l="l" t="t" r="r" b="b"/>
            <a:pathLst>
              <a:path w="11677650" h="6334125">
                <a:moveTo>
                  <a:pt x="11677650" y="0"/>
                </a:moveTo>
                <a:lnTo>
                  <a:pt x="0" y="0"/>
                </a:lnTo>
                <a:lnTo>
                  <a:pt x="0" y="6334125"/>
                </a:lnTo>
                <a:lnTo>
                  <a:pt x="11677650" y="6334125"/>
                </a:lnTo>
                <a:lnTo>
                  <a:pt x="11677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4837" y="1204975"/>
            <a:ext cx="10983595" cy="0"/>
          </a:xfrm>
          <a:custGeom>
            <a:avLst/>
            <a:gdLst/>
            <a:ahLst/>
            <a:cxnLst/>
            <a:rect l="l" t="t" r="r" b="b"/>
            <a:pathLst>
              <a:path w="10983595">
                <a:moveTo>
                  <a:pt x="0" y="0"/>
                </a:moveTo>
                <a:lnTo>
                  <a:pt x="10983150" y="0"/>
                </a:lnTo>
              </a:path>
            </a:pathLst>
          </a:custGeom>
          <a:ln w="25400">
            <a:solidFill>
              <a:srgbClr val="D246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8269" y="389636"/>
            <a:ext cx="469074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877" y="1247203"/>
            <a:ext cx="8707755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963916" y="6608182"/>
            <a:ext cx="3009265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175" y="266700"/>
            <a:ext cx="11677650" cy="6324600"/>
          </a:xfrm>
          <a:custGeom>
            <a:avLst/>
            <a:gdLst/>
            <a:ahLst/>
            <a:cxnLst/>
            <a:rect l="l" t="t" r="r" b="b"/>
            <a:pathLst>
              <a:path w="11677650" h="6324600">
                <a:moveTo>
                  <a:pt x="11677650" y="0"/>
                </a:moveTo>
                <a:lnTo>
                  <a:pt x="0" y="0"/>
                </a:lnTo>
                <a:lnTo>
                  <a:pt x="0" y="6324600"/>
                </a:lnTo>
                <a:lnTo>
                  <a:pt x="11677650" y="6324600"/>
                </a:lnTo>
                <a:lnTo>
                  <a:pt x="1167765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77103" y="368617"/>
            <a:ext cx="258127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FFFFFF"/>
                </a:solidFill>
                <a:latin typeface="Times New Roman"/>
                <a:cs typeface="Times New Roman"/>
              </a:rPr>
              <a:t>Sanjivani</a:t>
            </a:r>
            <a:r>
              <a:rPr sz="1250" b="1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50" b="1" dirty="0">
                <a:solidFill>
                  <a:srgbClr val="FFFFFF"/>
                </a:solidFill>
                <a:latin typeface="Times New Roman"/>
                <a:cs typeface="Times New Roman"/>
              </a:rPr>
              <a:t>Rural</a:t>
            </a:r>
            <a:r>
              <a:rPr sz="1250" b="1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50" b="1" dirty="0">
                <a:solidFill>
                  <a:srgbClr val="FFFFFF"/>
                </a:solidFill>
                <a:latin typeface="Times New Roman"/>
                <a:cs typeface="Times New Roman"/>
              </a:rPr>
              <a:t>Education</a:t>
            </a:r>
            <a:r>
              <a:rPr sz="125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Society’s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4951" y="549910"/>
            <a:ext cx="867600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2957BD"/>
                </a:solidFill>
              </a:rPr>
              <a:t>Sanjivani</a:t>
            </a:r>
            <a:r>
              <a:rPr sz="3000" spc="-60" dirty="0">
                <a:solidFill>
                  <a:srgbClr val="2957BD"/>
                </a:solidFill>
              </a:rPr>
              <a:t> </a:t>
            </a:r>
            <a:r>
              <a:rPr sz="3000" dirty="0">
                <a:solidFill>
                  <a:srgbClr val="2957BD"/>
                </a:solidFill>
              </a:rPr>
              <a:t>College</a:t>
            </a:r>
            <a:r>
              <a:rPr sz="3000" spc="-45" dirty="0">
                <a:solidFill>
                  <a:srgbClr val="2957BD"/>
                </a:solidFill>
              </a:rPr>
              <a:t> </a:t>
            </a:r>
            <a:r>
              <a:rPr sz="3000" dirty="0">
                <a:solidFill>
                  <a:srgbClr val="2957BD"/>
                </a:solidFill>
              </a:rPr>
              <a:t>of</a:t>
            </a:r>
            <a:r>
              <a:rPr sz="3000" spc="-75" dirty="0">
                <a:solidFill>
                  <a:srgbClr val="2957BD"/>
                </a:solidFill>
              </a:rPr>
              <a:t> </a:t>
            </a:r>
            <a:r>
              <a:rPr sz="3000" dirty="0">
                <a:solidFill>
                  <a:srgbClr val="2957BD"/>
                </a:solidFill>
              </a:rPr>
              <a:t>Engineering,</a:t>
            </a:r>
            <a:r>
              <a:rPr sz="3000" spc="-50" dirty="0">
                <a:solidFill>
                  <a:srgbClr val="2957BD"/>
                </a:solidFill>
              </a:rPr>
              <a:t> </a:t>
            </a:r>
            <a:r>
              <a:rPr sz="3000" spc="-10" dirty="0">
                <a:solidFill>
                  <a:srgbClr val="2957BD"/>
                </a:solidFill>
              </a:rPr>
              <a:t>Kopargaon-423603</a:t>
            </a:r>
            <a:endParaRPr sz="30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314325"/>
            <a:ext cx="1581150" cy="17811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61691" y="1017206"/>
            <a:ext cx="7404734" cy="3133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020"/>
              </a:lnSpc>
              <a:spcBef>
                <a:spcPts val="125"/>
              </a:spcBef>
            </a:pPr>
            <a:r>
              <a:rPr sz="1700" dirty="0">
                <a:latin typeface="Times New Roman"/>
                <a:cs typeface="Times New Roman"/>
              </a:rPr>
              <a:t>(An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Autonomous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Institute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Affiliated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Savitribai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Phule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Pune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University,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Pune)</a:t>
            </a:r>
            <a:endParaRPr sz="1700" dirty="0">
              <a:latin typeface="Times New Roman"/>
              <a:cs typeface="Times New Roman"/>
            </a:endParaRPr>
          </a:p>
          <a:p>
            <a:pPr algn="ctr">
              <a:lnSpc>
                <a:spcPts val="2125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NAAC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‘A’</a:t>
            </a:r>
            <a:r>
              <a:rPr sz="18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sz="18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Accredited</a:t>
            </a:r>
            <a:endParaRPr sz="1800" dirty="0">
              <a:latin typeface="Times New Roman"/>
              <a:cs typeface="Times New Roman"/>
            </a:endParaRPr>
          </a:p>
          <a:p>
            <a:pPr marL="253365" algn="ctr">
              <a:lnSpc>
                <a:spcPts val="3105"/>
              </a:lnSpc>
            </a:pPr>
            <a:r>
              <a:rPr sz="2600" b="1" dirty="0">
                <a:solidFill>
                  <a:srgbClr val="E397E0"/>
                </a:solidFill>
                <a:latin typeface="Times New Roman"/>
                <a:cs typeface="Times New Roman"/>
              </a:rPr>
              <a:t>Department</a:t>
            </a:r>
            <a:r>
              <a:rPr sz="2600" b="1" spc="-75" dirty="0">
                <a:solidFill>
                  <a:srgbClr val="E397E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E397E0"/>
                </a:solidFill>
                <a:latin typeface="Times New Roman"/>
                <a:cs typeface="Times New Roman"/>
              </a:rPr>
              <a:t>of</a:t>
            </a:r>
            <a:r>
              <a:rPr sz="2600" b="1" spc="-75" dirty="0">
                <a:solidFill>
                  <a:srgbClr val="E397E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E397E0"/>
                </a:solidFill>
                <a:latin typeface="Times New Roman"/>
                <a:cs typeface="Times New Roman"/>
              </a:rPr>
              <a:t>Information</a:t>
            </a:r>
            <a:r>
              <a:rPr sz="2600" b="1" spc="-55" dirty="0">
                <a:solidFill>
                  <a:srgbClr val="E397E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E397E0"/>
                </a:solidFill>
                <a:latin typeface="Times New Roman"/>
                <a:cs typeface="Times New Roman"/>
              </a:rPr>
              <a:t>Technology</a:t>
            </a:r>
            <a:endParaRPr sz="2600" dirty="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110"/>
              </a:spcBef>
            </a:pPr>
            <a:r>
              <a:rPr sz="1850" b="1" dirty="0">
                <a:latin typeface="Times New Roman"/>
                <a:cs typeface="Times New Roman"/>
              </a:rPr>
              <a:t>(UG</a:t>
            </a:r>
            <a:r>
              <a:rPr sz="1850" b="1" spc="114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program,</a:t>
            </a:r>
            <a:r>
              <a:rPr sz="1850" b="1" spc="1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NBA</a:t>
            </a:r>
            <a:r>
              <a:rPr sz="1850" b="1" spc="-11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Accredited)</a:t>
            </a:r>
            <a:endParaRPr sz="18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2400" b="1" spc="-10" dirty="0">
                <a:latin typeface="Times New Roman"/>
                <a:cs typeface="Times New Roman"/>
              </a:rPr>
              <a:t>PCIT210-</a:t>
            </a:r>
            <a:r>
              <a:rPr sz="2400" b="1" dirty="0">
                <a:latin typeface="Times New Roman"/>
                <a:cs typeface="Times New Roman"/>
              </a:rPr>
              <a:t>SOFTWEAR </a:t>
            </a:r>
            <a:r>
              <a:rPr sz="2400" b="1" spc="-20" dirty="0">
                <a:latin typeface="Times New Roman"/>
                <a:cs typeface="Times New Roman"/>
              </a:rPr>
              <a:t>MODELING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DESIGNING</a:t>
            </a:r>
            <a:endParaRPr sz="2400" dirty="0">
              <a:latin typeface="Times New Roman"/>
              <a:cs typeface="Times New Roman"/>
            </a:endParaRPr>
          </a:p>
          <a:p>
            <a:pPr marR="491490" algn="ctr">
              <a:lnSpc>
                <a:spcPct val="100000"/>
              </a:lnSpc>
              <a:spcBef>
                <a:spcPts val="1140"/>
              </a:spcBef>
            </a:pPr>
            <a:r>
              <a:rPr sz="2150" b="1" dirty="0">
                <a:latin typeface="Times New Roman"/>
                <a:cs typeface="Times New Roman"/>
              </a:rPr>
              <a:t>Presentation</a:t>
            </a:r>
            <a:r>
              <a:rPr sz="2150" b="1" spc="165" dirty="0">
                <a:latin typeface="Times New Roman"/>
                <a:cs typeface="Times New Roman"/>
              </a:rPr>
              <a:t> </a:t>
            </a:r>
            <a:r>
              <a:rPr sz="2150" b="1" spc="-25" dirty="0">
                <a:latin typeface="Times New Roman"/>
                <a:cs typeface="Times New Roman"/>
              </a:rPr>
              <a:t>on</a:t>
            </a:r>
            <a:endParaRPr sz="2150" dirty="0">
              <a:latin typeface="Times New Roman"/>
              <a:cs typeface="Times New Roman"/>
            </a:endParaRPr>
          </a:p>
          <a:p>
            <a:pPr marR="745490" algn="ctr">
              <a:lnSpc>
                <a:spcPct val="100000"/>
              </a:lnSpc>
              <a:spcBef>
                <a:spcPts val="25"/>
              </a:spcBef>
            </a:pPr>
            <a:r>
              <a:rPr sz="2150" b="1" spc="-30" dirty="0">
                <a:latin typeface="Times New Roman"/>
                <a:cs typeface="Times New Roman"/>
              </a:rPr>
              <a:t>“</a:t>
            </a:r>
            <a:r>
              <a:rPr lang="en-IN" sz="2400" b="1" spc="-30" dirty="0">
                <a:latin typeface="Times New Roman"/>
                <a:cs typeface="Times New Roman"/>
              </a:rPr>
              <a:t>College Admission System</a:t>
            </a:r>
            <a:r>
              <a:rPr sz="2150" b="1" spc="-10" dirty="0">
                <a:latin typeface="Times New Roman"/>
                <a:cs typeface="Times New Roman"/>
              </a:rPr>
              <a:t>”</a:t>
            </a:r>
            <a:endParaRPr sz="2150" dirty="0">
              <a:latin typeface="Times New Roman"/>
              <a:cs typeface="Times New Roman"/>
            </a:endParaRPr>
          </a:p>
          <a:p>
            <a:pPr marR="26034" algn="ctr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6307" y="4528872"/>
            <a:ext cx="1464945" cy="1039387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sz="2400" b="1" dirty="0">
                <a:latin typeface="Calibri"/>
                <a:cs typeface="Calibri"/>
              </a:rPr>
              <a:t>Guided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Prof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800" b="1" spc="-40" dirty="0" err="1">
                <a:solidFill>
                  <a:srgbClr val="FFFFFF"/>
                </a:solidFill>
                <a:latin typeface="Calibri"/>
                <a:cs typeface="Calibri"/>
              </a:rPr>
              <a:t>S.N.Gunjal</a:t>
            </a:r>
            <a:endParaRPr lang="en-IN" sz="1800" b="1" spc="-4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CBD04-94BE-B094-FB09-5A6636830942}"/>
              </a:ext>
            </a:extLst>
          </p:cNvPr>
          <p:cNvSpPr txBox="1"/>
          <p:nvPr/>
        </p:nvSpPr>
        <p:spPr>
          <a:xfrm>
            <a:off x="3505200" y="4648200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. Shivam </a:t>
            </a:r>
            <a:r>
              <a:rPr lang="en-IN" dirty="0" err="1"/>
              <a:t>Dhokane</a:t>
            </a:r>
            <a:r>
              <a:rPr lang="en-IN" dirty="0"/>
              <a:t> (0124UITM1131)</a:t>
            </a:r>
          </a:p>
          <a:p>
            <a:r>
              <a:rPr lang="en-IN" dirty="0"/>
              <a:t>2 . Rutuja Dhumal (0124UITF1132)</a:t>
            </a:r>
          </a:p>
          <a:p>
            <a:r>
              <a:rPr lang="en-IN" dirty="0"/>
              <a:t>3 . Raviraj Pawar (0124UITM1134)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243370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5787" y="1242377"/>
            <a:ext cx="3590290" cy="4721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spc="-10" dirty="0">
                <a:latin typeface="Times New Roman"/>
                <a:cs typeface="Times New Roman"/>
              </a:rPr>
              <a:t>Introduction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What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UML?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Use</a:t>
            </a:r>
            <a:r>
              <a:rPr sz="2750" spc="-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Case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Activity</a:t>
            </a:r>
            <a:r>
              <a:rPr sz="2750" spc="14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Class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Sequence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State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  <a:tab pos="2305685" algn="l"/>
              </a:tabLst>
            </a:pPr>
            <a:r>
              <a:rPr sz="2750" spc="-10" dirty="0">
                <a:latin typeface="Times New Roman"/>
                <a:cs typeface="Times New Roman"/>
              </a:rPr>
              <a:t>Component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Deployment</a:t>
            </a:r>
            <a:r>
              <a:rPr sz="2750" spc="19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Requirements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spc="-10" dirty="0">
                <a:latin typeface="Times New Roman"/>
                <a:cs typeface="Times New Roman"/>
              </a:rPr>
              <a:t>Conclusion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</a:t>
            </a:r>
            <a:r>
              <a:rPr lang="en-IN" spc="-10" dirty="0"/>
              <a:t> </a:t>
            </a:r>
            <a:r>
              <a:rPr lang="en-IN" spc="-10" dirty="0" err="1"/>
              <a:t>S.N.Gunjal</a:t>
            </a:r>
            <a:endParaRPr lang="en-IN"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4433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5800" y="1295400"/>
            <a:ext cx="10210800" cy="373499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Fertilizer Recommendation System is a software application designed to suggest the most suitable fertilizers for crops based on soil nutrients, crop type, and environmental conditions.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farmers rely on guesswork or general advice, which can lead to overuse or improper use of fertilizers. This system provides a data-driven and intelligent solution.</a:t>
            </a: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system: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fertilizer recommendations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crop yield and soil health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excessive fertilizer usage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farmers with smart decision-making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sustainable agriculture 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423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 err="1"/>
              <a:t>Pr</a:t>
            </a:r>
            <a:r>
              <a:rPr lang="en-IN" spc="-10" dirty="0"/>
              <a:t>of </a:t>
            </a:r>
            <a:r>
              <a:rPr lang="en-IN" spc="-10" dirty="0" err="1"/>
              <a:t>S.N.Gunjal</a:t>
            </a:r>
            <a:endParaRPr lang="en-IN" spc="-10" dirty="0"/>
          </a:p>
          <a:p>
            <a:pPr marL="12700">
              <a:lnSpc>
                <a:spcPts val="1650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520547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System</a:t>
            </a:r>
            <a:r>
              <a:rPr spc="85" dirty="0"/>
              <a:t> </a:t>
            </a:r>
            <a:r>
              <a:rPr spc="-10" dirty="0"/>
              <a:t>Requirement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70877" y="1247203"/>
            <a:ext cx="10022270" cy="524823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Functional</a:t>
            </a:r>
            <a:r>
              <a:rPr spc="-10" dirty="0"/>
              <a:t> Requirements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fr-FR" b="0" dirty="0"/>
              <a:t>User inputs </a:t>
            </a:r>
            <a:r>
              <a:rPr lang="fr-FR" b="0" dirty="0" err="1"/>
              <a:t>soil</a:t>
            </a:r>
            <a:r>
              <a:rPr lang="fr-FR" b="0" dirty="0"/>
              <a:t> </a:t>
            </a:r>
            <a:r>
              <a:rPr lang="fr-FR" b="0" dirty="0" err="1"/>
              <a:t>nutrient</a:t>
            </a:r>
            <a:r>
              <a:rPr lang="fr-FR" b="0" dirty="0"/>
              <a:t> values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System </a:t>
            </a:r>
            <a:r>
              <a:rPr lang="en-IN" b="0" dirty="0" err="1"/>
              <a:t>analyzes</a:t>
            </a:r>
            <a:r>
              <a:rPr lang="en-IN" b="0" dirty="0"/>
              <a:t> soil data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dirty="0"/>
              <a:t> </a:t>
            </a:r>
            <a:r>
              <a:rPr lang="en-IN" b="0" dirty="0"/>
              <a:t>User selects crop type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System generates fertilizer recommendation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Display result to user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Admin manages fertilizer database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b="0" dirty="0"/>
              <a:t>Basic recommendations available without internet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b="0" dirty="0"/>
              <a:t>Farmers can provide feedback on recommendation effectiveness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Sends alerts or suggestions via SMS/app notifications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Non-</a:t>
            </a:r>
            <a:r>
              <a:rPr dirty="0"/>
              <a:t>Functional</a:t>
            </a:r>
            <a:r>
              <a:rPr spc="-15" dirty="0"/>
              <a:t> </a:t>
            </a:r>
            <a:r>
              <a:rPr spc="-10" dirty="0"/>
              <a:t>Requirements</a:t>
            </a: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/>
              <a:t>Security:</a:t>
            </a:r>
            <a:r>
              <a:rPr spc="-40" dirty="0"/>
              <a:t> </a:t>
            </a:r>
            <a:r>
              <a:rPr lang="en-IN" b="0" dirty="0"/>
              <a:t>Protect user data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Performance:</a:t>
            </a:r>
            <a:r>
              <a:rPr spc="-25" dirty="0"/>
              <a:t> </a:t>
            </a:r>
            <a:r>
              <a:rPr lang="en-IN" b="0" dirty="0"/>
              <a:t>Fast response time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Reliability:</a:t>
            </a:r>
            <a:r>
              <a:rPr spc="-30" dirty="0"/>
              <a:t> </a:t>
            </a:r>
            <a:r>
              <a:rPr lang="en-IN" b="0" dirty="0"/>
              <a:t>Accurate recommendations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Usability:</a:t>
            </a:r>
            <a:r>
              <a:rPr spc="-25" dirty="0"/>
              <a:t> </a:t>
            </a:r>
            <a:r>
              <a:rPr lang="en-IN" b="0" dirty="0"/>
              <a:t>Easy interface for farmers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Scalability:</a:t>
            </a:r>
            <a:r>
              <a:rPr spc="-50" dirty="0"/>
              <a:t> </a:t>
            </a:r>
            <a:r>
              <a:rPr lang="en-IN" b="0" dirty="0"/>
              <a:t>Handle multiple users</a:t>
            </a:r>
            <a:endParaRPr b="0" spc="-1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469112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Use</a:t>
            </a:r>
            <a:r>
              <a:rPr spc="20" dirty="0"/>
              <a:t> </a:t>
            </a:r>
            <a:r>
              <a:rPr dirty="0"/>
              <a:t>Case</a:t>
            </a:r>
            <a:r>
              <a:rPr spc="3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2467" y="1233741"/>
            <a:ext cx="5929630" cy="402994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247650">
              <a:lnSpc>
                <a:spcPct val="75100"/>
              </a:lnSpc>
              <a:spcBef>
                <a:spcPts val="7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between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(actors)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: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Farmer, Admin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Use Cases : (Enter soil data , select crop , View results , Manage database (Admin))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System Boundary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Associations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Include / Extend relationship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lang="en-US" sz="2000" b="1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functional requirements and how users interact with the system.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F04236-0802-70F3-C638-8B9E821B8EE2}"/>
              </a:ext>
            </a:extLst>
          </p:cNvPr>
          <p:cNvSpPr/>
          <p:nvPr/>
        </p:nvSpPr>
        <p:spPr>
          <a:xfrm>
            <a:off x="6781800" y="1376298"/>
            <a:ext cx="4876800" cy="51007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457682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Activity</a:t>
            </a:r>
            <a:r>
              <a:rPr spc="3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2467" y="1300162"/>
            <a:ext cx="5817235" cy="31066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31495">
              <a:lnSpc>
                <a:spcPct val="75100"/>
              </a:lnSpc>
              <a:spcBef>
                <a:spcPts val="725"/>
              </a:spcBef>
            </a:pPr>
            <a:r>
              <a:rPr sz="2000" dirty="0">
                <a:latin typeface="Times New Roman"/>
                <a:cs typeface="Times New Roman"/>
              </a:rPr>
              <a:t>Activity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Activity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</a:t>
            </a:r>
            <a:r>
              <a:rPr lang="en-IN" sz="2000" b="1" spc="-10" dirty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</a:pPr>
            <a:r>
              <a:rPr lang="en-IN" sz="2000" b="1" spc="-10" dirty="0">
                <a:latin typeface="Times New Roman"/>
                <a:cs typeface="Times New Roman"/>
              </a:rPr>
              <a:t>    Flow :</a:t>
            </a:r>
            <a:endParaRPr lang="en-IN"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→ Enter Soil Data → Select Crop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→ Generate Recommendation → Display Result → 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step-by-step working of the system.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E6E808-6D0E-9072-0288-C91B81EE853B}"/>
              </a:ext>
            </a:extLst>
          </p:cNvPr>
          <p:cNvSpPr/>
          <p:nvPr/>
        </p:nvSpPr>
        <p:spPr>
          <a:xfrm>
            <a:off x="6705600" y="1376298"/>
            <a:ext cx="4793933" cy="50245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88150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Class</a:t>
            </a:r>
            <a:r>
              <a:rPr spc="5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9605" y="1301114"/>
            <a:ext cx="5917565" cy="399981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30"/>
              </a:spcBef>
            </a:pP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classes,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sz="2000" dirty="0">
                <a:latin typeface="Times New Roman"/>
                <a:cs typeface="Times New Roman"/>
              </a:rPr>
              <a:t>attributes,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relationships.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Class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Classes </a:t>
            </a:r>
            <a:r>
              <a:rPr lang="en-US" sz="2000" dirty="0">
                <a:latin typeface="Times New Roman"/>
                <a:cs typeface="Times New Roman"/>
              </a:rPr>
              <a:t>( Farmers , Soil data , Crop , Fertilizer , Recommendation System)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Attributes </a:t>
            </a:r>
            <a:r>
              <a:rPr lang="en-US" sz="2000" dirty="0">
                <a:latin typeface="Times New Roman"/>
                <a:cs typeface="Times New Roman"/>
              </a:rPr>
              <a:t>(Soil , Crop , Fertilizer)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Methods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analyzeSoil</a:t>
            </a:r>
            <a:r>
              <a:rPr lang="en-US" sz="2000" dirty="0">
                <a:latin typeface="Times New Roman"/>
                <a:cs typeface="Times New Roman"/>
              </a:rPr>
              <a:t>() , </a:t>
            </a:r>
            <a:r>
              <a:rPr lang="en-US" sz="2000" dirty="0" err="1">
                <a:latin typeface="Times New Roman"/>
                <a:cs typeface="Times New Roman"/>
              </a:rPr>
              <a:t>recommendationFertillizer</a:t>
            </a:r>
            <a:r>
              <a:rPr lang="en-US" sz="2000" dirty="0">
                <a:latin typeface="Times New Roman"/>
                <a:cs typeface="Times New Roman"/>
              </a:rPr>
              <a:t>() , </a:t>
            </a:r>
            <a:r>
              <a:rPr lang="en-US" sz="2000" dirty="0" err="1">
                <a:latin typeface="Times New Roman"/>
                <a:cs typeface="Times New Roman"/>
              </a:rPr>
              <a:t>displayResult</a:t>
            </a:r>
            <a:r>
              <a:rPr lang="en-US" sz="2000" dirty="0">
                <a:latin typeface="Times New Roman"/>
                <a:cs typeface="Times New Roman"/>
              </a:rPr>
              <a:t>() )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12700" marR="26670"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structure and relationships between system components.</a:t>
            </a:r>
          </a:p>
          <a:p>
            <a:pPr marL="12700" marR="26670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5EB76-71ED-18F8-DE53-C7D396E4A763}"/>
              </a:ext>
            </a:extLst>
          </p:cNvPr>
          <p:cNvSpPr/>
          <p:nvPr/>
        </p:nvSpPr>
        <p:spPr>
          <a:xfrm>
            <a:off x="6567170" y="1376298"/>
            <a:ext cx="4975225" cy="498768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12AD42-70F2-E8BB-8B01-3FCCF6832BAF}"/>
              </a:ext>
            </a:extLst>
          </p:cNvPr>
          <p:cNvSpPr/>
          <p:nvPr/>
        </p:nvSpPr>
        <p:spPr>
          <a:xfrm>
            <a:off x="609600" y="1295400"/>
            <a:ext cx="4343400" cy="5105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0D5FB7-DBE9-41DE-F74B-CEDAD1B1B17A}"/>
              </a:ext>
            </a:extLst>
          </p:cNvPr>
          <p:cNvSpPr/>
          <p:nvPr/>
        </p:nvSpPr>
        <p:spPr>
          <a:xfrm>
            <a:off x="6553200" y="1447800"/>
            <a:ext cx="4800600" cy="4953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0B97F-A2F9-B03F-B65B-18E1DBDC3D32}"/>
              </a:ext>
            </a:extLst>
          </p:cNvPr>
          <p:cNvSpPr txBox="1"/>
          <p:nvPr/>
        </p:nvSpPr>
        <p:spPr>
          <a:xfrm>
            <a:off x="1562100" y="305484"/>
            <a:ext cx="678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: 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0BFCF6C0-2004-66EB-BEA7-DFB24F530D0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7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475780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7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1987" y="1247203"/>
            <a:ext cx="6543675" cy="34143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44323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objects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sequence.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Sequence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10" dirty="0">
                <a:latin typeface="Times New Roman"/>
                <a:cs typeface="Times New Roman"/>
              </a:rPr>
              <a:t> 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Objects </a:t>
            </a:r>
            <a:r>
              <a:rPr lang="en-US" sz="2000" spc="-10" dirty="0">
                <a:latin typeface="Times New Roman"/>
                <a:cs typeface="Times New Roman"/>
              </a:rPr>
              <a:t>(Farmer , System, Database)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Messages </a:t>
            </a:r>
            <a:r>
              <a:rPr lang="en-US" sz="2000" spc="-10" dirty="0">
                <a:latin typeface="Times New Roman"/>
                <a:cs typeface="Times New Roman"/>
              </a:rPr>
              <a:t>(Input soil data , Process data , Fetch fertilizer info , Display recommendation)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lang="en-US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endParaRPr lang="en-US" sz="2000" b="1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spc="-10" dirty="0" err="1">
                <a:latin typeface="Times New Roman"/>
                <a:cs typeface="Times New Roman"/>
              </a:rPr>
              <a:t>Purpose: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between components step-by-step.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/>
              <a:t> 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106A4-F4CF-1367-A268-EBF7EC4DDB52}"/>
              </a:ext>
            </a:extLst>
          </p:cNvPr>
          <p:cNvSpPr/>
          <p:nvPr/>
        </p:nvSpPr>
        <p:spPr>
          <a:xfrm>
            <a:off x="7450474" y="1447800"/>
            <a:ext cx="4079539" cy="50292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5FCE8C-5720-DD31-2C3E-2F86D877F749}"/>
              </a:ext>
            </a:extLst>
          </p:cNvPr>
          <p:cNvSpPr/>
          <p:nvPr/>
        </p:nvSpPr>
        <p:spPr>
          <a:xfrm>
            <a:off x="609600" y="1524000"/>
            <a:ext cx="4495800" cy="4876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7CFF5-1510-8681-0198-4F475C945532}"/>
              </a:ext>
            </a:extLst>
          </p:cNvPr>
          <p:cNvSpPr/>
          <p:nvPr/>
        </p:nvSpPr>
        <p:spPr>
          <a:xfrm>
            <a:off x="6934200" y="1600200"/>
            <a:ext cx="4495800" cy="4800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3E501979-1764-7890-197F-4F95A95D35D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59F533-BB71-906E-9470-1023E6FA1C71}"/>
              </a:ext>
            </a:extLst>
          </p:cNvPr>
          <p:cNvSpPr txBox="1"/>
          <p:nvPr/>
        </p:nvSpPr>
        <p:spPr>
          <a:xfrm>
            <a:off x="1447800" y="271518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:</a:t>
            </a:r>
          </a:p>
        </p:txBody>
      </p:sp>
    </p:spTree>
    <p:extLst>
      <p:ext uri="{BB962C8B-B14F-4D97-AF65-F5344CB8AC3E}">
        <p14:creationId xmlns:p14="http://schemas.microsoft.com/office/powerpoint/2010/main" val="47188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F2DFAB-D580-8619-708F-DD1098DFB47E}"/>
              </a:ext>
            </a:extLst>
          </p:cNvPr>
          <p:cNvSpPr/>
          <p:nvPr/>
        </p:nvSpPr>
        <p:spPr>
          <a:xfrm>
            <a:off x="685800" y="1524000"/>
            <a:ext cx="4724400" cy="4800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45786B-3A4F-4BC1-3E61-09E7C7A4E189}"/>
              </a:ext>
            </a:extLst>
          </p:cNvPr>
          <p:cNvSpPr/>
          <p:nvPr/>
        </p:nvSpPr>
        <p:spPr>
          <a:xfrm>
            <a:off x="6781800" y="1524000"/>
            <a:ext cx="4724400" cy="4800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DC6625D-FB4B-A28F-0A8B-B7A3DB7C6DD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95A448-A2B9-FFED-5193-2EA26A180FEE}"/>
              </a:ext>
            </a:extLst>
          </p:cNvPr>
          <p:cNvSpPr txBox="1"/>
          <p:nvPr/>
        </p:nvSpPr>
        <p:spPr>
          <a:xfrm>
            <a:off x="1371600" y="274707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: </a:t>
            </a:r>
          </a:p>
        </p:txBody>
      </p:sp>
    </p:spTree>
    <p:extLst>
      <p:ext uri="{BB962C8B-B14F-4D97-AF65-F5344CB8AC3E}">
        <p14:creationId xmlns:p14="http://schemas.microsoft.com/office/powerpoint/2010/main" val="94913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8243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State</a:t>
            </a:r>
            <a:r>
              <a:rPr spc="3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4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09562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47650" cy="6858000"/>
            </a:xfrm>
            <a:custGeom>
              <a:avLst/>
              <a:gdLst/>
              <a:ahLst/>
              <a:cxnLst/>
              <a:rect l="l" t="t" r="r" b="b"/>
              <a:pathLst>
                <a:path w="247650" h="6858000">
                  <a:moveTo>
                    <a:pt x="0" y="6857999"/>
                  </a:moveTo>
                  <a:lnTo>
                    <a:pt x="247649" y="6857999"/>
                  </a:lnTo>
                  <a:lnTo>
                    <a:pt x="247650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4219" y="1317053"/>
            <a:ext cx="5657850" cy="40427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transitions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Initial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(Start)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States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lang="en-IN" sz="2000" dirty="0">
                <a:latin typeface="Times New Roman"/>
                <a:cs typeface="Times New Roman"/>
              </a:rPr>
              <a:t>start , input received , processing , recommendation generated , displayed , end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Transitions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(Movement</a:t>
            </a:r>
            <a:r>
              <a:rPr lang="en-IN" sz="2000" spc="-70" dirty="0">
                <a:latin typeface="Times New Roman"/>
                <a:cs typeface="Times New Roman"/>
              </a:rPr>
              <a:t> from one state to another based on events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Events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(Triggers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Final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(End)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system behavior and state changes.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57800" y="6608182"/>
            <a:ext cx="2164079" cy="423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S.G.Gunjal</a:t>
            </a:r>
            <a:endParaRPr lang="en-IN" spc="-10" dirty="0"/>
          </a:p>
          <a:p>
            <a:pPr marL="12700">
              <a:lnSpc>
                <a:spcPts val="1650"/>
              </a:lnSpc>
            </a:pP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7045F-0144-153F-B3C2-2207EC9A1C13}"/>
              </a:ext>
            </a:extLst>
          </p:cNvPr>
          <p:cNvSpPr/>
          <p:nvPr/>
        </p:nvSpPr>
        <p:spPr>
          <a:xfrm>
            <a:off x="6858000" y="1376298"/>
            <a:ext cx="4589781" cy="51007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D66F5-FBF7-15BA-6CDC-0174C59E2A3E}"/>
              </a:ext>
            </a:extLst>
          </p:cNvPr>
          <p:cNvSpPr/>
          <p:nvPr/>
        </p:nvSpPr>
        <p:spPr>
          <a:xfrm>
            <a:off x="762000" y="1524000"/>
            <a:ext cx="4343400" cy="4876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CA8A84-2100-5917-B071-F79FB53EEB8E}"/>
              </a:ext>
            </a:extLst>
          </p:cNvPr>
          <p:cNvSpPr/>
          <p:nvPr/>
        </p:nvSpPr>
        <p:spPr>
          <a:xfrm>
            <a:off x="6858000" y="1524000"/>
            <a:ext cx="4572000" cy="4876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BDA0CC96-17D7-8290-401E-1E88F34C5DB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DAB08A-8832-390A-8F10-B187B1F26863}"/>
              </a:ext>
            </a:extLst>
          </p:cNvPr>
          <p:cNvSpPr txBox="1"/>
          <p:nvPr/>
        </p:nvSpPr>
        <p:spPr>
          <a:xfrm>
            <a:off x="1524000" y="276434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 :</a:t>
            </a:r>
          </a:p>
        </p:txBody>
      </p:sp>
    </p:spTree>
    <p:extLst>
      <p:ext uri="{BB962C8B-B14F-4D97-AF65-F5344CB8AC3E}">
        <p14:creationId xmlns:p14="http://schemas.microsoft.com/office/powerpoint/2010/main" val="349219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85D7E3-4424-22A8-3918-192FE43CD92C}"/>
              </a:ext>
            </a:extLst>
          </p:cNvPr>
          <p:cNvSpPr/>
          <p:nvPr/>
        </p:nvSpPr>
        <p:spPr>
          <a:xfrm>
            <a:off x="685800" y="1524000"/>
            <a:ext cx="4648200" cy="4876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0EECA-4D6A-E099-7DE6-DF21A100F5C9}"/>
              </a:ext>
            </a:extLst>
          </p:cNvPr>
          <p:cNvSpPr/>
          <p:nvPr/>
        </p:nvSpPr>
        <p:spPr>
          <a:xfrm>
            <a:off x="6477000" y="1524000"/>
            <a:ext cx="4876800" cy="4953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9803EAAE-6D06-DD52-A407-922B4F656DC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C46F6-D3A1-60EB-73CD-F2609F9D9911}"/>
              </a:ext>
            </a:extLst>
          </p:cNvPr>
          <p:cNvSpPr txBox="1"/>
          <p:nvPr/>
        </p:nvSpPr>
        <p:spPr>
          <a:xfrm>
            <a:off x="1524000" y="276434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 : </a:t>
            </a:r>
          </a:p>
        </p:txBody>
      </p:sp>
    </p:spTree>
    <p:extLst>
      <p:ext uri="{BB962C8B-B14F-4D97-AF65-F5344CB8AC3E}">
        <p14:creationId xmlns:p14="http://schemas.microsoft.com/office/powerpoint/2010/main" val="1833035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52721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Component</a:t>
            </a:r>
            <a:r>
              <a:rPr spc="6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0087" y="1328737"/>
            <a:ext cx="5977890" cy="31194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 system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relationships.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Component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User Interface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Data processing module 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Recommendation Engine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Database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system architecture and organization.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S,N.Gunjal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2457D-8B06-D3E1-787A-1B7C7B408C51}"/>
              </a:ext>
            </a:extLst>
          </p:cNvPr>
          <p:cNvSpPr/>
          <p:nvPr/>
        </p:nvSpPr>
        <p:spPr>
          <a:xfrm>
            <a:off x="7162800" y="1524000"/>
            <a:ext cx="4329113" cy="47244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53483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8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8342" y="1317307"/>
            <a:ext cx="5989955" cy="43197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 shows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Deployment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Nodes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lang="en-IN" sz="2000" dirty="0">
                <a:latin typeface="Times New Roman"/>
                <a:cs typeface="Times New Roman"/>
              </a:rPr>
              <a:t>User Device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Artifacts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(Software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files/applications)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Paths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(Connections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nodes)</a:t>
            </a:r>
            <a:endParaRPr sz="2000" dirty="0">
              <a:latin typeface="Times New Roman"/>
              <a:cs typeface="Times New Roman"/>
            </a:endParaRPr>
          </a:p>
          <a:p>
            <a:pPr marL="355600" marR="407034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Deployment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Relationships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(Software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spc="-10" dirty="0">
                <a:latin typeface="Times New Roman"/>
                <a:cs typeface="Times New Roman"/>
              </a:rPr>
              <a:t>hardware)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Execution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Environment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(Operating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884555"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system is deployed on hardware.</a:t>
            </a:r>
          </a:p>
          <a:p>
            <a:pPr marL="12700" marR="884555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8FBF2-2A8B-CBD7-2713-E4F510ECCB91}"/>
              </a:ext>
            </a:extLst>
          </p:cNvPr>
          <p:cNvSpPr/>
          <p:nvPr/>
        </p:nvSpPr>
        <p:spPr>
          <a:xfrm>
            <a:off x="7162800" y="1376298"/>
            <a:ext cx="4419600" cy="51007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F94F2C46-C34B-B3C7-D3FF-4BE6E43634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6D8189-E04B-F40F-0100-9675F6A30A8A}"/>
              </a:ext>
            </a:extLst>
          </p:cNvPr>
          <p:cNvSpPr txBox="1"/>
          <p:nvPr/>
        </p:nvSpPr>
        <p:spPr>
          <a:xfrm>
            <a:off x="1676400" y="3810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Flow Diagram </a:t>
            </a:r>
            <a:r>
              <a:rPr lang="en-IN" b="1" dirty="0"/>
              <a:t>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2300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10997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0100" y="1527873"/>
            <a:ext cx="10250805" cy="17127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25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System: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Helps farmers make better decisions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Improves crop productivity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Reduces environmental damage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Promotes efficient fertilizer usage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UML diagrams help in proper system design and development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3839" y="2998850"/>
            <a:ext cx="6223635" cy="1124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46145" algn="l"/>
              </a:tabLst>
            </a:pPr>
            <a:r>
              <a:rPr sz="7200" b="0" spc="-10" dirty="0">
                <a:solidFill>
                  <a:srgbClr val="404040"/>
                </a:solidFill>
                <a:latin typeface="Arial Black"/>
                <a:cs typeface="Arial Black"/>
              </a:rPr>
              <a:t>Thank</a:t>
            </a:r>
            <a:r>
              <a:rPr sz="7200" b="0" dirty="0">
                <a:solidFill>
                  <a:srgbClr val="404040"/>
                </a:solidFill>
                <a:latin typeface="Arial Black"/>
                <a:cs typeface="Arial Black"/>
              </a:rPr>
              <a:t>	</a:t>
            </a:r>
            <a:r>
              <a:rPr sz="7200" b="0" spc="-655" dirty="0">
                <a:solidFill>
                  <a:srgbClr val="404040"/>
                </a:solidFill>
                <a:latin typeface="Arial Black"/>
                <a:cs typeface="Arial Black"/>
              </a:rPr>
              <a:t>Y</a:t>
            </a:r>
            <a:r>
              <a:rPr sz="7200" b="0" spc="15" dirty="0">
                <a:solidFill>
                  <a:srgbClr val="404040"/>
                </a:solidFill>
                <a:latin typeface="Arial Black"/>
                <a:cs typeface="Arial Black"/>
              </a:rPr>
              <a:t>ou…</a:t>
            </a:r>
            <a:endParaRPr sz="7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963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Arial MT</vt:lpstr>
      <vt:lpstr>Calibri</vt:lpstr>
      <vt:lpstr>Times New Roman</vt:lpstr>
      <vt:lpstr>Wingdings</vt:lpstr>
      <vt:lpstr>Office Theme</vt:lpstr>
      <vt:lpstr>Sanjivani College of Engineering, Kopargaon-423603</vt:lpstr>
      <vt:lpstr>Content</vt:lpstr>
      <vt:lpstr>Introduction</vt:lpstr>
      <vt:lpstr>System Requirement</vt:lpstr>
      <vt:lpstr>Use Case Diagram</vt:lpstr>
      <vt:lpstr>Activity Diagram</vt:lpstr>
      <vt:lpstr>Class Diagram</vt:lpstr>
      <vt:lpstr>PowerPoint Presentation</vt:lpstr>
      <vt:lpstr>Sequence Diagram</vt:lpstr>
      <vt:lpstr>PowerPoint Presentation</vt:lpstr>
      <vt:lpstr>PowerPoint Presentation</vt:lpstr>
      <vt:lpstr>State Diagram</vt:lpstr>
      <vt:lpstr>PowerPoint Presentation</vt:lpstr>
      <vt:lpstr>PowerPoint Presentation</vt:lpstr>
      <vt:lpstr>Component Diagram</vt:lpstr>
      <vt:lpstr>Deployment Diagram</vt:lpstr>
      <vt:lpstr>PowerPoint Presentation</vt:lpstr>
      <vt:lpstr>Conclusion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Sanjivani College of Engineering, Kopargaon-423603</dc:title>
  <cp:lastModifiedBy>Raviraj Pawar</cp:lastModifiedBy>
  <cp:revision>4</cp:revision>
  <dcterms:created xsi:type="dcterms:W3CDTF">2026-04-21T15:34:38Z</dcterms:created>
  <dcterms:modified xsi:type="dcterms:W3CDTF">2026-04-23T08:27:26Z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LastSaved">
    <vt:filetime>2026-04-21T00:00:00Z</vt:filetime>
  </property>
</Properties>
</file>